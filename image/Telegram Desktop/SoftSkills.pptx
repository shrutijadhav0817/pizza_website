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58" r:id="rId6"/>
    <p:sldId id="259" r:id="rId7"/>
    <p:sldId id="260" r:id="rId8"/>
    <p:sldId id="262" r:id="rId9"/>
    <p:sldId id="263" r:id="rId10"/>
    <p:sldId id="265" r:id="rId11"/>
    <p:sldId id="261" r:id="rId12"/>
    <p:sldId id="269" r:id="rId13"/>
    <p:sldId id="266" r:id="rId14"/>
    <p:sldId id="267" r:id="rId15"/>
    <p:sldId id="268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8F7FDF-BE51-437B-90DE-44EBB8C31951}" v="128" dt="2025-07-22T04:04:1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25" autoAdjust="0"/>
  </p:normalViewPr>
  <p:slideViewPr>
    <p:cSldViewPr>
      <p:cViewPr varScale="1">
        <p:scale>
          <a:sx n="46" d="100"/>
          <a:sy n="46" d="100"/>
        </p:scale>
        <p:origin x="56" y="940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42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kakawale04102001@outlook.com" userId="e0d7793d3e670122" providerId="LiveId" clId="{AD8F7FDF-BE51-437B-90DE-44EBB8C31951}"/>
    <pc:docChg chg="undo custSel addSld delSld modSld sldOrd">
      <pc:chgData name="anushkakawale04102001@outlook.com" userId="e0d7793d3e670122" providerId="LiveId" clId="{AD8F7FDF-BE51-437B-90DE-44EBB8C31951}" dt="2025-07-22T04:30:39.008" v="2497" actId="20577"/>
      <pc:docMkLst>
        <pc:docMk/>
      </pc:docMkLst>
      <pc:sldChg chg="modSp mod">
        <pc:chgData name="anushkakawale04102001@outlook.com" userId="e0d7793d3e670122" providerId="LiveId" clId="{AD8F7FDF-BE51-437B-90DE-44EBB8C31951}" dt="2025-07-22T03:21:08.018" v="1886" actId="113"/>
        <pc:sldMkLst>
          <pc:docMk/>
          <pc:sldMk cId="1596606457" sldId="258"/>
        </pc:sldMkLst>
        <pc:spChg chg="mod">
          <ac:chgData name="anushkakawale04102001@outlook.com" userId="e0d7793d3e670122" providerId="LiveId" clId="{AD8F7FDF-BE51-437B-90DE-44EBB8C31951}" dt="2025-07-22T03:21:08.018" v="1886" actId="113"/>
          <ac:spMkLst>
            <pc:docMk/>
            <pc:sldMk cId="1596606457" sldId="258"/>
            <ac:spMk id="2" creationId="{D294BE58-2558-08C9-7392-1A0144D36E0E}"/>
          </ac:spMkLst>
        </pc:spChg>
        <pc:spChg chg="mod">
          <ac:chgData name="anushkakawale04102001@outlook.com" userId="e0d7793d3e670122" providerId="LiveId" clId="{AD8F7FDF-BE51-437B-90DE-44EBB8C31951}" dt="2025-07-21T20:13:31.797" v="1201" actId="20577"/>
          <ac:spMkLst>
            <pc:docMk/>
            <pc:sldMk cId="1596606457" sldId="258"/>
            <ac:spMk id="3" creationId="{49B1885A-3CDC-A14A-CFD7-2EFF1986D8B9}"/>
          </ac:spMkLst>
        </pc:spChg>
      </pc:sldChg>
      <pc:sldChg chg="addSp delSp modSp mod">
        <pc:chgData name="anushkakawale04102001@outlook.com" userId="e0d7793d3e670122" providerId="LiveId" clId="{AD8F7FDF-BE51-437B-90DE-44EBB8C31951}" dt="2025-07-22T03:25:50.828" v="1934" actId="1076"/>
        <pc:sldMkLst>
          <pc:docMk/>
          <pc:sldMk cId="479993091" sldId="259"/>
        </pc:sldMkLst>
        <pc:spChg chg="mod">
          <ac:chgData name="anushkakawale04102001@outlook.com" userId="e0d7793d3e670122" providerId="LiveId" clId="{AD8F7FDF-BE51-437B-90DE-44EBB8C31951}" dt="2025-07-22T03:25:43.352" v="1932" actId="14100"/>
          <ac:spMkLst>
            <pc:docMk/>
            <pc:sldMk cId="479993091" sldId="259"/>
            <ac:spMk id="2" creationId="{025623D5-E1C0-6B92-A12E-AD5E337A24CA}"/>
          </ac:spMkLst>
        </pc:spChg>
        <pc:picChg chg="add mod">
          <ac:chgData name="anushkakawale04102001@outlook.com" userId="e0d7793d3e670122" providerId="LiveId" clId="{AD8F7FDF-BE51-437B-90DE-44EBB8C31951}" dt="2025-07-22T03:25:50.828" v="1934" actId="1076"/>
          <ac:picMkLst>
            <pc:docMk/>
            <pc:sldMk cId="479993091" sldId="259"/>
            <ac:picMk id="1026" creationId="{1A3F29F0-4F3B-3EA9-6043-1BE571151CED}"/>
          </ac:picMkLst>
        </pc:picChg>
        <pc:picChg chg="del">
          <ac:chgData name="anushkakawale04102001@outlook.com" userId="e0d7793d3e670122" providerId="LiveId" clId="{AD8F7FDF-BE51-437B-90DE-44EBB8C31951}" dt="2025-07-22T03:23:07.255" v="1920" actId="21"/>
          <ac:picMkLst>
            <pc:docMk/>
            <pc:sldMk cId="479993091" sldId="259"/>
            <ac:picMk id="4102" creationId="{9B2438A1-3170-FECF-9C29-017B99805C4B}"/>
          </ac:picMkLst>
        </pc:picChg>
      </pc:sldChg>
      <pc:sldChg chg="addSp modSp mod">
        <pc:chgData name="anushkakawale04102001@outlook.com" userId="e0d7793d3e670122" providerId="LiveId" clId="{AD8F7FDF-BE51-437B-90DE-44EBB8C31951}" dt="2025-07-22T03:24:15.470" v="1928" actId="1076"/>
        <pc:sldMkLst>
          <pc:docMk/>
          <pc:sldMk cId="3265594540" sldId="260"/>
        </pc:sldMkLst>
        <pc:spChg chg="mod">
          <ac:chgData name="anushkakawale04102001@outlook.com" userId="e0d7793d3e670122" providerId="LiveId" clId="{AD8F7FDF-BE51-437B-90DE-44EBB8C31951}" dt="2025-07-21T20:14:17.605" v="1259" actId="20577"/>
          <ac:spMkLst>
            <pc:docMk/>
            <pc:sldMk cId="3265594540" sldId="260"/>
            <ac:spMk id="2" creationId="{EE4392AF-25CE-37E6-69C3-9227D4628675}"/>
          </ac:spMkLst>
        </pc:spChg>
        <pc:spChg chg="mod">
          <ac:chgData name="anushkakawale04102001@outlook.com" userId="e0d7793d3e670122" providerId="LiveId" clId="{AD8F7FDF-BE51-437B-90DE-44EBB8C31951}" dt="2025-07-22T03:24:15.470" v="1928" actId="1076"/>
          <ac:spMkLst>
            <pc:docMk/>
            <pc:sldMk cId="3265594540" sldId="260"/>
            <ac:spMk id="3" creationId="{3A6099F1-9DDB-C8DF-D4AC-4E2425897942}"/>
          </ac:spMkLst>
        </pc:spChg>
        <pc:picChg chg="add mod">
          <ac:chgData name="anushkakawale04102001@outlook.com" userId="e0d7793d3e670122" providerId="LiveId" clId="{AD8F7FDF-BE51-437B-90DE-44EBB8C31951}" dt="2025-07-22T03:24:08.854" v="1927" actId="1076"/>
          <ac:picMkLst>
            <pc:docMk/>
            <pc:sldMk cId="3265594540" sldId="260"/>
            <ac:picMk id="4102" creationId="{9B2438A1-3170-FECF-9C29-017B99805C4B}"/>
          </ac:picMkLst>
        </pc:picChg>
      </pc:sldChg>
      <pc:sldChg chg="addSp modSp mod ord">
        <pc:chgData name="anushkakawale04102001@outlook.com" userId="e0d7793d3e670122" providerId="LiveId" clId="{AD8F7FDF-BE51-437B-90DE-44EBB8C31951}" dt="2025-07-22T03:41:37.642" v="2001" actId="113"/>
        <pc:sldMkLst>
          <pc:docMk/>
          <pc:sldMk cId="700332403" sldId="261"/>
        </pc:sldMkLst>
        <pc:spChg chg="mod">
          <ac:chgData name="anushkakawale04102001@outlook.com" userId="e0d7793d3e670122" providerId="LiveId" clId="{AD8F7FDF-BE51-437B-90DE-44EBB8C31951}" dt="2025-07-22T03:41:37.642" v="2001" actId="113"/>
          <ac:spMkLst>
            <pc:docMk/>
            <pc:sldMk cId="700332403" sldId="261"/>
            <ac:spMk id="2" creationId="{488D48DA-0712-D327-A0E3-33A5E3121950}"/>
          </ac:spMkLst>
        </pc:spChg>
        <pc:spChg chg="mod">
          <ac:chgData name="anushkakawale04102001@outlook.com" userId="e0d7793d3e670122" providerId="LiveId" clId="{AD8F7FDF-BE51-437B-90DE-44EBB8C31951}" dt="2025-07-22T03:41:29.113" v="2000" actId="207"/>
          <ac:spMkLst>
            <pc:docMk/>
            <pc:sldMk cId="700332403" sldId="261"/>
            <ac:spMk id="3" creationId="{749B05DD-F8CA-6AD0-3828-9457CCB7A56D}"/>
          </ac:spMkLst>
        </pc:spChg>
        <pc:picChg chg="add mod">
          <ac:chgData name="anushkakawale04102001@outlook.com" userId="e0d7793d3e670122" providerId="LiveId" clId="{AD8F7FDF-BE51-437B-90DE-44EBB8C31951}" dt="2025-07-22T03:41:12.612" v="1998" actId="167"/>
          <ac:picMkLst>
            <pc:docMk/>
            <pc:sldMk cId="700332403" sldId="261"/>
            <ac:picMk id="5122" creationId="{ED606112-A984-A073-B91E-51488CC27B10}"/>
          </ac:picMkLst>
        </pc:picChg>
      </pc:sldChg>
      <pc:sldChg chg="addSp delSp modSp mod">
        <pc:chgData name="anushkakawale04102001@outlook.com" userId="e0d7793d3e670122" providerId="LiveId" clId="{AD8F7FDF-BE51-437B-90DE-44EBB8C31951}" dt="2025-07-22T03:29:31.026" v="1964" actId="14100"/>
        <pc:sldMkLst>
          <pc:docMk/>
          <pc:sldMk cId="784303532" sldId="262"/>
        </pc:sldMkLst>
        <pc:spChg chg="mod">
          <ac:chgData name="anushkakawale04102001@outlook.com" userId="e0d7793d3e670122" providerId="LiveId" clId="{AD8F7FDF-BE51-437B-90DE-44EBB8C31951}" dt="2025-07-21T20:16:19.405" v="1505" actId="20577"/>
          <ac:spMkLst>
            <pc:docMk/>
            <pc:sldMk cId="784303532" sldId="262"/>
            <ac:spMk id="3" creationId="{B59B627E-13BF-D362-24F0-6F2E5881A6FC}"/>
          </ac:spMkLst>
        </pc:spChg>
        <pc:picChg chg="add mod">
          <ac:chgData name="anushkakawale04102001@outlook.com" userId="e0d7793d3e670122" providerId="LiveId" clId="{AD8F7FDF-BE51-437B-90DE-44EBB8C31951}" dt="2025-07-22T03:27:17.925" v="1948" actId="167"/>
          <ac:picMkLst>
            <pc:docMk/>
            <pc:sldMk cId="784303532" sldId="262"/>
            <ac:picMk id="2050" creationId="{003C25E0-88D2-9057-5D36-35D451074EA8}"/>
          </ac:picMkLst>
        </pc:picChg>
        <pc:picChg chg="add del">
          <ac:chgData name="anushkakawale04102001@outlook.com" userId="e0d7793d3e670122" providerId="LiveId" clId="{AD8F7FDF-BE51-437B-90DE-44EBB8C31951}" dt="2025-07-22T03:27:54.247" v="1950" actId="478"/>
          <ac:picMkLst>
            <pc:docMk/>
            <pc:sldMk cId="784303532" sldId="262"/>
            <ac:picMk id="2052" creationId="{2840E84D-A8A9-B3A4-1CE5-76FFD61B78A0}"/>
          </ac:picMkLst>
        </pc:picChg>
        <pc:picChg chg="add del">
          <ac:chgData name="anushkakawale04102001@outlook.com" userId="e0d7793d3e670122" providerId="LiveId" clId="{AD8F7FDF-BE51-437B-90DE-44EBB8C31951}" dt="2025-07-22T03:28:25.798" v="1952" actId="478"/>
          <ac:picMkLst>
            <pc:docMk/>
            <pc:sldMk cId="784303532" sldId="262"/>
            <ac:picMk id="2054" creationId="{DB215683-A8EB-F0EC-BC34-80B863AF1B8B}"/>
          </ac:picMkLst>
        </pc:picChg>
        <pc:picChg chg="add mod">
          <ac:chgData name="anushkakawale04102001@outlook.com" userId="e0d7793d3e670122" providerId="LiveId" clId="{AD8F7FDF-BE51-437B-90DE-44EBB8C31951}" dt="2025-07-22T03:29:31.026" v="1964" actId="14100"/>
          <ac:picMkLst>
            <pc:docMk/>
            <pc:sldMk cId="784303532" sldId="262"/>
            <ac:picMk id="2056" creationId="{419A167D-CB0E-0631-9E57-BF93731D4918}"/>
          </ac:picMkLst>
        </pc:picChg>
      </pc:sldChg>
      <pc:sldChg chg="addSp modSp mod">
        <pc:chgData name="anushkakawale04102001@outlook.com" userId="e0d7793d3e670122" providerId="LiveId" clId="{AD8F7FDF-BE51-437B-90DE-44EBB8C31951}" dt="2025-07-22T04:30:39.008" v="2497" actId="20577"/>
        <pc:sldMkLst>
          <pc:docMk/>
          <pc:sldMk cId="843436330" sldId="263"/>
        </pc:sldMkLst>
        <pc:spChg chg="mod">
          <ac:chgData name="anushkakawale04102001@outlook.com" userId="e0d7793d3e670122" providerId="LiveId" clId="{AD8F7FDF-BE51-437B-90DE-44EBB8C31951}" dt="2025-07-22T04:30:39.008" v="2497" actId="20577"/>
          <ac:spMkLst>
            <pc:docMk/>
            <pc:sldMk cId="843436330" sldId="263"/>
            <ac:spMk id="2" creationId="{805D17DE-24FA-ACE8-7D1E-A00FA9F333E1}"/>
          </ac:spMkLst>
        </pc:spChg>
        <pc:spChg chg="mod">
          <ac:chgData name="anushkakawale04102001@outlook.com" userId="e0d7793d3e670122" providerId="LiveId" clId="{AD8F7FDF-BE51-437B-90DE-44EBB8C31951}" dt="2025-07-22T03:30:30.055" v="1972" actId="207"/>
          <ac:spMkLst>
            <pc:docMk/>
            <pc:sldMk cId="843436330" sldId="263"/>
            <ac:spMk id="3" creationId="{80D71F3E-9C79-5864-AAB3-D636961D6972}"/>
          </ac:spMkLst>
        </pc:spChg>
        <pc:picChg chg="add mod">
          <ac:chgData name="anushkakawale04102001@outlook.com" userId="e0d7793d3e670122" providerId="LiveId" clId="{AD8F7FDF-BE51-437B-90DE-44EBB8C31951}" dt="2025-07-22T03:30:12.390" v="1970" actId="167"/>
          <ac:picMkLst>
            <pc:docMk/>
            <pc:sldMk cId="843436330" sldId="263"/>
            <ac:picMk id="3074" creationId="{E813D769-DE64-5609-D58F-500FEB1266B4}"/>
          </ac:picMkLst>
        </pc:picChg>
      </pc:sldChg>
      <pc:sldChg chg="modSp new del mod">
        <pc:chgData name="anushkakawale04102001@outlook.com" userId="e0d7793d3e670122" providerId="LiveId" clId="{AD8F7FDF-BE51-437B-90DE-44EBB8C31951}" dt="2025-07-22T03:26:18.465" v="1944" actId="2696"/>
        <pc:sldMkLst>
          <pc:docMk/>
          <pc:sldMk cId="3304208506" sldId="264"/>
        </pc:sldMkLst>
        <pc:spChg chg="mod">
          <ac:chgData name="anushkakawale04102001@outlook.com" userId="e0d7793d3e670122" providerId="LiveId" clId="{AD8F7FDF-BE51-437B-90DE-44EBB8C31951}" dt="2025-07-22T03:26:08.763" v="1943" actId="113"/>
          <ac:spMkLst>
            <pc:docMk/>
            <pc:sldMk cId="3304208506" sldId="264"/>
            <ac:spMk id="2" creationId="{D3524A6F-F8F4-D033-5235-D6EBE481A172}"/>
          </ac:spMkLst>
        </pc:spChg>
        <pc:spChg chg="mod">
          <ac:chgData name="anushkakawale04102001@outlook.com" userId="e0d7793d3e670122" providerId="LiveId" clId="{AD8F7FDF-BE51-437B-90DE-44EBB8C31951}" dt="2025-07-21T20:03:41.459" v="245" actId="20577"/>
          <ac:spMkLst>
            <pc:docMk/>
            <pc:sldMk cId="3304208506" sldId="264"/>
            <ac:spMk id="3" creationId="{0C324F20-71C4-9016-9CC1-1140AEFF341E}"/>
          </ac:spMkLst>
        </pc:spChg>
      </pc:sldChg>
      <pc:sldChg chg="addSp delSp modSp new mod">
        <pc:chgData name="anushkakawale04102001@outlook.com" userId="e0d7793d3e670122" providerId="LiveId" clId="{AD8F7FDF-BE51-437B-90DE-44EBB8C31951}" dt="2025-07-22T03:37:01.170" v="1986" actId="207"/>
        <pc:sldMkLst>
          <pc:docMk/>
          <pc:sldMk cId="1488157081" sldId="265"/>
        </pc:sldMkLst>
        <pc:spChg chg="mod">
          <ac:chgData name="anushkakawale04102001@outlook.com" userId="e0d7793d3e670122" providerId="LiveId" clId="{AD8F7FDF-BE51-437B-90DE-44EBB8C31951}" dt="2025-07-22T03:30:51.744" v="1973" actId="113"/>
          <ac:spMkLst>
            <pc:docMk/>
            <pc:sldMk cId="1488157081" sldId="265"/>
            <ac:spMk id="2" creationId="{F2131A5A-776B-ADDC-2960-C8F179FEB327}"/>
          </ac:spMkLst>
        </pc:spChg>
        <pc:spChg chg="mod">
          <ac:chgData name="anushkakawale04102001@outlook.com" userId="e0d7793d3e670122" providerId="LiveId" clId="{AD8F7FDF-BE51-437B-90DE-44EBB8C31951}" dt="2025-07-22T03:37:01.170" v="1986" actId="207"/>
          <ac:spMkLst>
            <pc:docMk/>
            <pc:sldMk cId="1488157081" sldId="265"/>
            <ac:spMk id="3" creationId="{5B3D59AB-3B2E-B5DD-3B45-B48DD86373C4}"/>
          </ac:spMkLst>
        </pc:spChg>
        <pc:picChg chg="add del mod">
          <ac:chgData name="anushkakawale04102001@outlook.com" userId="e0d7793d3e670122" providerId="LiveId" clId="{AD8F7FDF-BE51-437B-90DE-44EBB8C31951}" dt="2025-07-22T03:31:53.525" v="1980" actId="478"/>
          <ac:picMkLst>
            <pc:docMk/>
            <pc:sldMk cId="1488157081" sldId="265"/>
            <ac:picMk id="4098" creationId="{0FB541EB-19B1-E6F1-0E13-B38F4E7F6D79}"/>
          </ac:picMkLst>
        </pc:picChg>
        <pc:picChg chg="add mod">
          <ac:chgData name="anushkakawale04102001@outlook.com" userId="e0d7793d3e670122" providerId="LiveId" clId="{AD8F7FDF-BE51-437B-90DE-44EBB8C31951}" dt="2025-07-22T03:36:43.655" v="1984" actId="167"/>
          <ac:picMkLst>
            <pc:docMk/>
            <pc:sldMk cId="1488157081" sldId="265"/>
            <ac:picMk id="4100" creationId="{3A863F49-A658-9F97-5FB6-9C6BDA3E9D43}"/>
          </ac:picMkLst>
        </pc:picChg>
      </pc:sldChg>
      <pc:sldChg chg="addSp modSp new mod">
        <pc:chgData name="anushkakawale04102001@outlook.com" userId="e0d7793d3e670122" providerId="LiveId" clId="{AD8F7FDF-BE51-437B-90DE-44EBB8C31951}" dt="2025-07-22T03:42:48.957" v="2012" actId="113"/>
        <pc:sldMkLst>
          <pc:docMk/>
          <pc:sldMk cId="327374593" sldId="266"/>
        </pc:sldMkLst>
        <pc:spChg chg="mod">
          <ac:chgData name="anushkakawale04102001@outlook.com" userId="e0d7793d3e670122" providerId="LiveId" clId="{AD8F7FDF-BE51-437B-90DE-44EBB8C31951}" dt="2025-07-22T03:42:22.310" v="2007" actId="113"/>
          <ac:spMkLst>
            <pc:docMk/>
            <pc:sldMk cId="327374593" sldId="266"/>
            <ac:spMk id="2" creationId="{EDA0F661-ADAA-BD99-CD81-8D2E9705B3FC}"/>
          </ac:spMkLst>
        </pc:spChg>
        <pc:spChg chg="mod">
          <ac:chgData name="anushkakawale04102001@outlook.com" userId="e0d7793d3e670122" providerId="LiveId" clId="{AD8F7FDF-BE51-437B-90DE-44EBB8C31951}" dt="2025-07-22T03:42:48.957" v="2012" actId="113"/>
          <ac:spMkLst>
            <pc:docMk/>
            <pc:sldMk cId="327374593" sldId="266"/>
            <ac:spMk id="3" creationId="{466FC7A5-CCDA-569C-D802-5D1E04D5E950}"/>
          </ac:spMkLst>
        </pc:spChg>
        <pc:picChg chg="add mod">
          <ac:chgData name="anushkakawale04102001@outlook.com" userId="e0d7793d3e670122" providerId="LiveId" clId="{AD8F7FDF-BE51-437B-90DE-44EBB8C31951}" dt="2025-07-22T03:42:13.280" v="2006" actId="167"/>
          <ac:picMkLst>
            <pc:docMk/>
            <pc:sldMk cId="327374593" sldId="266"/>
            <ac:picMk id="6146" creationId="{083E90D5-6D02-A413-0366-828C36764139}"/>
          </ac:picMkLst>
        </pc:picChg>
      </pc:sldChg>
      <pc:sldChg chg="addSp delSp modSp new mod">
        <pc:chgData name="anushkakawale04102001@outlook.com" userId="e0d7793d3e670122" providerId="LiveId" clId="{AD8F7FDF-BE51-437B-90DE-44EBB8C31951}" dt="2025-07-22T03:48:57.303" v="2048" actId="14100"/>
        <pc:sldMkLst>
          <pc:docMk/>
          <pc:sldMk cId="3424600771" sldId="267"/>
        </pc:sldMkLst>
        <pc:spChg chg="mod">
          <ac:chgData name="anushkakawale04102001@outlook.com" userId="e0d7793d3e670122" providerId="LiveId" clId="{AD8F7FDF-BE51-437B-90DE-44EBB8C31951}" dt="2025-07-22T03:43:02.888" v="2013" actId="113"/>
          <ac:spMkLst>
            <pc:docMk/>
            <pc:sldMk cId="3424600771" sldId="267"/>
            <ac:spMk id="2" creationId="{31409274-5690-35F5-1780-DDF696969B89}"/>
          </ac:spMkLst>
        </pc:spChg>
        <pc:spChg chg="add del mod">
          <ac:chgData name="anushkakawale04102001@outlook.com" userId="e0d7793d3e670122" providerId="LiveId" clId="{AD8F7FDF-BE51-437B-90DE-44EBB8C31951}" dt="2025-07-22T03:47:13.488" v="2038" actId="1076"/>
          <ac:spMkLst>
            <pc:docMk/>
            <pc:sldMk cId="3424600771" sldId="267"/>
            <ac:spMk id="3" creationId="{EF00A64A-7016-1334-4D32-8BE4317CBCC2}"/>
          </ac:spMkLst>
        </pc:spChg>
        <pc:spChg chg="add mod">
          <ac:chgData name="anushkakawale04102001@outlook.com" userId="e0d7793d3e670122" providerId="LiveId" clId="{AD8F7FDF-BE51-437B-90DE-44EBB8C31951}" dt="2025-07-22T03:46:31.869" v="2029" actId="478"/>
          <ac:spMkLst>
            <pc:docMk/>
            <pc:sldMk cId="3424600771" sldId="267"/>
            <ac:spMk id="4" creationId="{C75EE413-4A8D-0E86-3A95-C3B2BBE0EB3E}"/>
          </ac:spMkLst>
        </pc:spChg>
        <pc:spChg chg="add mod">
          <ac:chgData name="anushkakawale04102001@outlook.com" userId="e0d7793d3e670122" providerId="LiveId" clId="{AD8F7FDF-BE51-437B-90DE-44EBB8C31951}" dt="2025-07-22T03:46:38.841" v="2035" actId="478"/>
          <ac:spMkLst>
            <pc:docMk/>
            <pc:sldMk cId="3424600771" sldId="267"/>
            <ac:spMk id="5" creationId="{6C8E7587-854E-EFF7-51D8-8119FA099255}"/>
          </ac:spMkLst>
        </pc:spChg>
        <pc:picChg chg="add del mod">
          <ac:chgData name="anushkakawale04102001@outlook.com" userId="e0d7793d3e670122" providerId="LiveId" clId="{AD8F7FDF-BE51-437B-90DE-44EBB8C31951}" dt="2025-07-22T03:44:41.571" v="2020" actId="478"/>
          <ac:picMkLst>
            <pc:docMk/>
            <pc:sldMk cId="3424600771" sldId="267"/>
            <ac:picMk id="7170" creationId="{9C0AB663-60A0-13C3-3177-5EF65DFE6F57}"/>
          </ac:picMkLst>
        </pc:picChg>
        <pc:picChg chg="add del">
          <ac:chgData name="anushkakawale04102001@outlook.com" userId="e0d7793d3e670122" providerId="LiveId" clId="{AD8F7FDF-BE51-437B-90DE-44EBB8C31951}" dt="2025-07-22T03:44:55.244" v="2022" actId="478"/>
          <ac:picMkLst>
            <pc:docMk/>
            <pc:sldMk cId="3424600771" sldId="267"/>
            <ac:picMk id="7172" creationId="{859CA2CD-14B4-C2AD-90A5-0C9427234305}"/>
          </ac:picMkLst>
        </pc:picChg>
        <pc:picChg chg="add del mod">
          <ac:chgData name="anushkakawale04102001@outlook.com" userId="e0d7793d3e670122" providerId="LiveId" clId="{AD8F7FDF-BE51-437B-90DE-44EBB8C31951}" dt="2025-07-22T03:47:05.441" v="2037" actId="1076"/>
          <ac:picMkLst>
            <pc:docMk/>
            <pc:sldMk cId="3424600771" sldId="267"/>
            <ac:picMk id="7174" creationId="{ED4A4A43-039A-3A67-82A6-11C73069BBD8}"/>
          </ac:picMkLst>
        </pc:picChg>
        <pc:picChg chg="add mod">
          <ac:chgData name="anushkakawale04102001@outlook.com" userId="e0d7793d3e670122" providerId="LiveId" clId="{AD8F7FDF-BE51-437B-90DE-44EBB8C31951}" dt="2025-07-22T03:48:57.303" v="2048" actId="14100"/>
          <ac:picMkLst>
            <pc:docMk/>
            <pc:sldMk cId="3424600771" sldId="267"/>
            <ac:picMk id="7176" creationId="{D072D621-7835-EDC1-DB46-3B19456EF2AE}"/>
          </ac:picMkLst>
        </pc:picChg>
      </pc:sldChg>
      <pc:sldChg chg="addSp delSp modSp new mod">
        <pc:chgData name="anushkakawale04102001@outlook.com" userId="e0d7793d3e670122" providerId="LiveId" clId="{AD8F7FDF-BE51-437B-90DE-44EBB8C31951}" dt="2025-07-22T03:52:25.070" v="2071" actId="20577"/>
        <pc:sldMkLst>
          <pc:docMk/>
          <pc:sldMk cId="1880508471" sldId="268"/>
        </pc:sldMkLst>
        <pc:spChg chg="mod">
          <ac:chgData name="anushkakawale04102001@outlook.com" userId="e0d7793d3e670122" providerId="LiveId" clId="{AD8F7FDF-BE51-437B-90DE-44EBB8C31951}" dt="2025-07-22T03:52:25.070" v="2071" actId="20577"/>
          <ac:spMkLst>
            <pc:docMk/>
            <pc:sldMk cId="1880508471" sldId="268"/>
            <ac:spMk id="2" creationId="{21664DE6-4065-6D36-C6D1-38F3EA4343D6}"/>
          </ac:spMkLst>
        </pc:spChg>
        <pc:spChg chg="del mod">
          <ac:chgData name="anushkakawale04102001@outlook.com" userId="e0d7793d3e670122" providerId="LiveId" clId="{AD8F7FDF-BE51-437B-90DE-44EBB8C31951}" dt="2025-07-22T03:50:36.040" v="2057" actId="478"/>
          <ac:spMkLst>
            <pc:docMk/>
            <pc:sldMk cId="1880508471" sldId="268"/>
            <ac:spMk id="3" creationId="{C8D75880-4671-0678-935E-F3988CE38382}"/>
          </ac:spMkLst>
        </pc:spChg>
        <pc:picChg chg="add del mod">
          <ac:chgData name="anushkakawale04102001@outlook.com" userId="e0d7793d3e670122" providerId="LiveId" clId="{AD8F7FDF-BE51-437B-90DE-44EBB8C31951}" dt="2025-07-22T03:50:33.647" v="2056" actId="478"/>
          <ac:picMkLst>
            <pc:docMk/>
            <pc:sldMk cId="1880508471" sldId="268"/>
            <ac:picMk id="8194" creationId="{CAEF261F-29E8-E37C-BE2A-0DF9C4084133}"/>
          </ac:picMkLst>
        </pc:picChg>
      </pc:sldChg>
      <pc:sldChg chg="addSp delSp modSp new mod">
        <pc:chgData name="anushkakawale04102001@outlook.com" userId="e0d7793d3e670122" providerId="LiveId" clId="{AD8F7FDF-BE51-437B-90DE-44EBB8C31951}" dt="2025-07-22T04:04:17.585" v="2449" actId="1076"/>
        <pc:sldMkLst>
          <pc:docMk/>
          <pc:sldMk cId="1786301468" sldId="269"/>
        </pc:sldMkLst>
        <pc:spChg chg="mod">
          <ac:chgData name="anushkakawale04102001@outlook.com" userId="e0d7793d3e670122" providerId="LiveId" clId="{AD8F7FDF-BE51-437B-90DE-44EBB8C31951}" dt="2025-07-22T03:55:23.651" v="2172" actId="113"/>
          <ac:spMkLst>
            <pc:docMk/>
            <pc:sldMk cId="1786301468" sldId="269"/>
            <ac:spMk id="2" creationId="{446489B1-7703-CD1C-CD22-5BDBAD68904F}"/>
          </ac:spMkLst>
        </pc:spChg>
        <pc:spChg chg="mod">
          <ac:chgData name="anushkakawale04102001@outlook.com" userId="e0d7793d3e670122" providerId="LiveId" clId="{AD8F7FDF-BE51-437B-90DE-44EBB8C31951}" dt="2025-07-22T04:02:23.890" v="2431" actId="207"/>
          <ac:spMkLst>
            <pc:docMk/>
            <pc:sldMk cId="1786301468" sldId="269"/>
            <ac:spMk id="3" creationId="{51383E38-6A9B-ADAB-FC91-4A4252B441ED}"/>
          </ac:spMkLst>
        </pc:spChg>
        <pc:picChg chg="add del mod">
          <ac:chgData name="anushkakawale04102001@outlook.com" userId="e0d7793d3e670122" providerId="LiveId" clId="{AD8F7FDF-BE51-437B-90DE-44EBB8C31951}" dt="2025-07-22T04:02:30.840" v="2433" actId="478"/>
          <ac:picMkLst>
            <pc:docMk/>
            <pc:sldMk cId="1786301468" sldId="269"/>
            <ac:picMk id="9218" creationId="{1534EFC3-29B1-5400-D89F-4CACC91119D6}"/>
          </ac:picMkLst>
        </pc:picChg>
        <pc:picChg chg="add del mod">
          <ac:chgData name="anushkakawale04102001@outlook.com" userId="e0d7793d3e670122" providerId="LiveId" clId="{AD8F7FDF-BE51-437B-90DE-44EBB8C31951}" dt="2025-07-22T04:03:01.629" v="2438" actId="478"/>
          <ac:picMkLst>
            <pc:docMk/>
            <pc:sldMk cId="1786301468" sldId="269"/>
            <ac:picMk id="9220" creationId="{18F5DF7A-628E-EBA4-9330-E0C4101F0A65}"/>
          </ac:picMkLst>
        </pc:picChg>
        <pc:picChg chg="add mod">
          <ac:chgData name="anushkakawale04102001@outlook.com" userId="e0d7793d3e670122" providerId="LiveId" clId="{AD8F7FDF-BE51-437B-90DE-44EBB8C31951}" dt="2025-07-22T04:04:17.585" v="2449" actId="1076"/>
          <ac:picMkLst>
            <pc:docMk/>
            <pc:sldMk cId="1786301468" sldId="269"/>
            <ac:picMk id="9222" creationId="{68E8FEAE-66D7-42F0-30E8-2BD629EAA2D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7/22/2025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7/22/2025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7/22/2025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7/22/2025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7/22/2025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7/22/2025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AUTOMATION &amp; THE RISE OF HUMAN SOFT SKILLS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emotional intelligence will define the next era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92316-856B-5781-0CE7-28F779FA73D5}"/>
              </a:ext>
            </a:extLst>
          </p:cNvPr>
          <p:cNvSpPr txBox="1"/>
          <p:nvPr/>
        </p:nvSpPr>
        <p:spPr>
          <a:xfrm>
            <a:off x="7822604" y="4368800"/>
            <a:ext cx="288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ANUSHKA KAWALE</a:t>
            </a:r>
          </a:p>
          <a:p>
            <a:r>
              <a:rPr lang="en-US" sz="2000" dirty="0"/>
              <a:t>JUNE 2025 BATCH</a:t>
            </a:r>
            <a:endParaRPr lang="en-IN" sz="20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8E4300B-2CEE-CC4D-7971-8EF17DE4A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176" y="3730991"/>
            <a:ext cx="98996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“The future isn’t human vs. machine – it’s human through the machine.”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>
            <a:extLst>
              <a:ext uri="{FF2B5EF4-FFF2-40B4-BE49-F238E27FC236}">
                <a16:creationId xmlns:a16="http://schemas.microsoft.com/office/drawing/2014/main" id="{3BEBF5F6-9B2C-77FB-7845-503243833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132" y="1701797"/>
            <a:ext cx="8208026" cy="461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94BE58-2558-08C9-7392-1A0144D36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MORE WE AUTOMATE, THE MORE WE NEED TO FEEL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1885A-3CDC-A14A-CFD7-2EFF1986D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5379585" cy="446227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AI and automation are growing exponentially they are transforming jobs and industries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The more tasks machine do, the more human touch we crave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Emotional connection is becoming a premium in an automated world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11E9345-2C0F-172F-82C2-55E7AF388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606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A3F29F0-4F3B-3EA9-6043-1BE571151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2292" y="1587"/>
            <a:ext cx="12188825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5623D5-E1C0-6B92-A12E-AD5E337A2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180" y="274637"/>
            <a:ext cx="7573204" cy="1223963"/>
          </a:xfrm>
        </p:spPr>
        <p:txBody>
          <a:bodyPr/>
          <a:lstStyle/>
          <a:p>
            <a:r>
              <a:rPr lang="en-IN" b="1" dirty="0"/>
              <a:t>	       WHAT MACHINES CAN’T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A62BF-2B2D-BFF3-F993-9C28A791B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2121091"/>
            <a:ext cx="10360501" cy="44622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  </a:t>
            </a:r>
            <a:r>
              <a:rPr lang="en-IN" b="1" dirty="0">
                <a:solidFill>
                  <a:schemeClr val="bg1"/>
                </a:solidFill>
                <a:highlight>
                  <a:srgbClr val="C0C0C0"/>
                </a:highlight>
              </a:rPr>
              <a:t>Machines Excel at :  </a:t>
            </a: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Data, speed, precision, repetitive tasks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b="1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highlight>
                  <a:srgbClr val="C0C0C0"/>
                </a:highlight>
              </a:rPr>
              <a:t>Machines Lack : </a:t>
            </a: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Emotion, morality, intuition, cultural nuance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b="1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highlight>
                  <a:srgbClr val="C0C0C0"/>
                </a:highlight>
              </a:rPr>
              <a:t>Humans excel at : </a:t>
            </a: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Creativity, empathy, values and storytelling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7999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9B2438A1-3170-FECF-9C29-017B99805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9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4392AF-25CE-37E6-69C3-9227D4628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WHEN AI AND HUMANS (SOFT SKILLS) WORK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099F1-9DDB-C8DF-D4AC-4E2425897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2" y="1971572"/>
            <a:ext cx="10360501" cy="44622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AI offers scale and intelligence, but not warmth or ethics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Humans soft skills make technology more ethical, inclusive, and trustworthy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Example : AI gives insights, human apply them with empathy and ethics </a:t>
            </a:r>
          </a:p>
        </p:txBody>
      </p:sp>
    </p:spTree>
    <p:extLst>
      <p:ext uri="{BB962C8B-B14F-4D97-AF65-F5344CB8AC3E}">
        <p14:creationId xmlns:p14="http://schemas.microsoft.com/office/powerpoint/2010/main" val="326559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>
            <a:extLst>
              <a:ext uri="{FF2B5EF4-FFF2-40B4-BE49-F238E27FC236}">
                <a16:creationId xmlns:a16="http://schemas.microsoft.com/office/drawing/2014/main" id="{419A167D-CB0E-0631-9E57-BF93731D4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445" y="6021288"/>
            <a:ext cx="1487488" cy="83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03C25E0-88D2-9057-5D36-35D451074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5273" y="2283596"/>
            <a:ext cx="1649337" cy="164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38B0C7-5B22-FDC7-9B31-D8D9DE0A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STUDY – EMOTIONAL INTELLIGENCE AT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627E-13BF-D362-24F0-6F2E5881A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		REAL IMPACT OF SOFT SKILLS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Google’s Project Oxygen – Soft skills ranked higher than tech skills in best performing managers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IBM found that top executives valued people skills over technical expertise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Salesforce trains empathy as a core part of leadership development </a:t>
            </a:r>
          </a:p>
        </p:txBody>
      </p:sp>
    </p:spTree>
    <p:extLst>
      <p:ext uri="{BB962C8B-B14F-4D97-AF65-F5344CB8AC3E}">
        <p14:creationId xmlns:p14="http://schemas.microsoft.com/office/powerpoint/2010/main" val="78430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813D769-DE64-5609-D58F-500FEB126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884" y="16848"/>
            <a:ext cx="10360501" cy="656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5D17DE-24FA-ACE8-7D1E-A00FA9F3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FUTURE DEMANDS DEEPER EMOTIONAL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71F3E-9C79-5864-AAB3-D636961D6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EMOTIONAL AGILITY – Handling emotions under stress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MORAL IMAGINATION – Making ethical decisions with limited data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DEEP LISTENING – Understanding what’s not said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CULTURAL INTELLIGENCE – Working across values, traditions and backgrounds</a:t>
            </a:r>
          </a:p>
        </p:txBody>
      </p:sp>
    </p:spTree>
    <p:extLst>
      <p:ext uri="{BB962C8B-B14F-4D97-AF65-F5344CB8AC3E}">
        <p14:creationId xmlns:p14="http://schemas.microsoft.com/office/powerpoint/2010/main" val="84343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3A863F49-A658-9F97-5FB6-9C6BDA3E9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243" y="0"/>
            <a:ext cx="1089458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131A5A-776B-ADDC-2960-C8F179FEB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	</a:t>
            </a:r>
            <a:r>
              <a:rPr lang="en-IN" b="1" dirty="0"/>
              <a:t>WHEN AI FAILS WITHOUT SOFT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D59AB-3B2E-B5DD-3B45-B48DD8637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AI has misinterpreted grief, resulting in cold customer service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Resume screening AI showed racial/gender bias when not guided by human fairness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Predictive systems have punished rather than helped people in need</a:t>
            </a:r>
          </a:p>
        </p:txBody>
      </p:sp>
    </p:spTree>
    <p:extLst>
      <p:ext uri="{BB962C8B-B14F-4D97-AF65-F5344CB8AC3E}">
        <p14:creationId xmlns:p14="http://schemas.microsoft.com/office/powerpoint/2010/main" val="1488157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ED606112-A984-A073-B91E-51488CC27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01" y="0"/>
            <a:ext cx="12169352" cy="683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8D48DA-0712-D327-A0E3-33A5E3121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	THE HUMAN – AI PARTNERSHIP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B05DD-F8CA-6AD0-3828-9457CCB7A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AI assists with tasks, humans bring judgment and empathy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Together, we build systems that are efficient and compassionate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The real future is Human + Machine, not Human Vs. Machine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Example : AI in healthcare helps diagnose, but human doctors provide comfort</a:t>
            </a:r>
          </a:p>
        </p:txBody>
      </p:sp>
    </p:spTree>
    <p:extLst>
      <p:ext uri="{BB962C8B-B14F-4D97-AF65-F5344CB8AC3E}">
        <p14:creationId xmlns:p14="http://schemas.microsoft.com/office/powerpoint/2010/main" val="70033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89B1-7703-CD1C-CD22-5BDBAD68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</a:t>
            </a:r>
            <a:r>
              <a:rPr lang="en-IN" b="1" dirty="0"/>
              <a:t>BUILDING SOFT SKILLS IN THE AGE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83E38-6A9B-ADAB-FC91-4A4252B44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Reflect on emotions daily through journaling or mindfulness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Practice active, non – judgemental listening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Get feedback and grow from discomfort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Step into roles that challenge emotional strength (leadership skills, mentoring, leading )</a:t>
            </a:r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68E8FEAE-66D7-42F0-30E8-2BD629EAA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636" y="2420888"/>
            <a:ext cx="3888432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30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83E90D5-6D02-A413-0366-828C36764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44" y="274637"/>
            <a:ext cx="11089232" cy="6237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0F661-ADAA-BD99-CD81-8D2E9705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	BALANCED INTELLIGENCE IS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FC7A5-CCDA-569C-D802-5D1E04D5E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highlight>
                  <a:srgbClr val="C0C0C0"/>
                </a:highlight>
              </a:rPr>
              <a:t>HUMAN INTELLIGENCE (HI) : </a:t>
            </a: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Creativity, logic, innovation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highlight>
                  <a:srgbClr val="C0C0C0"/>
                </a:highlight>
              </a:rPr>
              <a:t>EMOTIONAL INTELLIGENCE (EQ) : </a:t>
            </a: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Trust, ethics, compassion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highlight>
                  <a:srgbClr val="C0C0C0"/>
                </a:highlight>
              </a:rPr>
              <a:t>ARTIFICIAL INTELLIGENCE (AI) : </a:t>
            </a: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Speed, </a:t>
            </a:r>
            <a:r>
              <a:rPr lang="en-IN" dirty="0" err="1">
                <a:solidFill>
                  <a:schemeClr val="bg1"/>
                </a:solidFill>
                <a:highlight>
                  <a:srgbClr val="C0C0C0"/>
                </a:highlight>
              </a:rPr>
              <a:t>Prediciton</a:t>
            </a: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, Automation</a:t>
            </a:r>
          </a:p>
        </p:txBody>
      </p:sp>
    </p:spTree>
    <p:extLst>
      <p:ext uri="{BB962C8B-B14F-4D97-AF65-F5344CB8AC3E}">
        <p14:creationId xmlns:p14="http://schemas.microsoft.com/office/powerpoint/2010/main" val="32737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6" name="Picture 8">
            <a:extLst>
              <a:ext uri="{FF2B5EF4-FFF2-40B4-BE49-F238E27FC236}">
                <a16:creationId xmlns:a16="http://schemas.microsoft.com/office/drawing/2014/main" id="{D072D621-7835-EDC1-DB46-3B19456EF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38" y="0"/>
            <a:ext cx="11021821" cy="674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09274-5690-35F5-1780-DDF69696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FINAL REFLECTION – THE BEST OF BOTH WORLDS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0A64A-7016-1334-4D32-8BE4317CB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860" y="2121091"/>
            <a:ext cx="10360501" cy="44622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Let AI handle repetition, data and prediction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Let humans bring creativity, compassion and ethical judgement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ighlight>
                  <a:srgbClr val="C0C0C0"/>
                </a:highlight>
              </a:rPr>
              <a:t>Soft skills are not a substitute for technology – they’re the soul behind it</a:t>
            </a:r>
          </a:p>
        </p:txBody>
      </p:sp>
    </p:spTree>
    <p:extLst>
      <p:ext uri="{BB962C8B-B14F-4D97-AF65-F5344CB8AC3E}">
        <p14:creationId xmlns:p14="http://schemas.microsoft.com/office/powerpoint/2010/main" val="342460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4DE6-4065-6D36-C6D1-38F3EA434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172" y="2780928"/>
            <a:ext cx="5040560" cy="1108151"/>
          </a:xfrm>
        </p:spPr>
        <p:txBody>
          <a:bodyPr>
            <a:noAutofit/>
          </a:bodyPr>
          <a:lstStyle/>
          <a:p>
            <a:r>
              <a:rPr lang="en-IN" sz="6000" b="1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88050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684</TotalTime>
  <Words>478</Words>
  <Application>Microsoft Office PowerPoint</Application>
  <PresentationFormat>Custom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Tech 16x9</vt:lpstr>
      <vt:lpstr>AI AUTOMATION &amp; THE RISE OF HUMAN SOFT SKILLS</vt:lpstr>
      <vt:lpstr>THE MORE WE AUTOMATE, THE MORE WE NEED TO FEEL</vt:lpstr>
      <vt:lpstr>        WHAT MACHINES CAN’T DO</vt:lpstr>
      <vt:lpstr>WHEN AI AND HUMANS (SOFT SKILLS) WORK TOGETHER</vt:lpstr>
      <vt:lpstr>CASE STUDY – EMOTIONAL INTELLIGENCE AT WORK</vt:lpstr>
      <vt:lpstr>THE FUTURE DEMANDS DEEPER EMOTIONAL CAPABILITIES</vt:lpstr>
      <vt:lpstr>       WHEN AI FAILS WITHOUT SOFT SKILLS</vt:lpstr>
      <vt:lpstr> THE HUMAN – AI PARTNERSHIP</vt:lpstr>
      <vt:lpstr>        BUILDING SOFT SKILLS IN THE AGE OF AI</vt:lpstr>
      <vt:lpstr> BALANCED INTELLIGENCE IS THE FUTURE</vt:lpstr>
      <vt:lpstr>FINAL REFLECTION – THE BEST OF BOTH WORLDS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anushkakawale04102001@outlook.com</dc:creator>
  <cp:lastModifiedBy>anushkakawale04102001@outlook.com</cp:lastModifiedBy>
  <cp:revision>1</cp:revision>
  <dcterms:created xsi:type="dcterms:W3CDTF">2025-07-21T10:03:10Z</dcterms:created>
  <dcterms:modified xsi:type="dcterms:W3CDTF">2025-07-22T04:30:44Z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